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0" y="3600000"/>
            <a:ext cx="23076000" cy="35604000"/>
          </a:xfrm>
          <a:prstGeom prst="rect">
            <a:avLst/>
          </a:prstGeom>
          <a:solidFill>
            <a:srgbClr val="CCDD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0" y="7200000"/>
            <a:ext cx="19476000" cy="7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0"/>
              <a:t>A0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</dc:title>
  <dc:subject/>
  <dc:creator/>
  <cp:keywords/>
  <dc:description>generated using python-pptx</dc:description>
  <cp:lastModifiedBy/>
  <cp:revision>1</cp:revision>
  <dcterms:created xsi:type="dcterms:W3CDTF">2020-01-01T00:00:00Z</dcterms:created>
  <dcterms:modified xsi:type="dcterms:W3CDTF">2020-01-01T00:00:00Z</dcterms:modified>
  <cp:category/>
</cp:coreProperties>
</file>